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7" r:id="rId2"/>
  </p:sldIdLst>
  <p:sldSz cx="5486400" cy="3657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718"/>
  </p:normalViewPr>
  <p:slideViewPr>
    <p:cSldViewPr snapToGrid="0">
      <p:cViewPr>
        <p:scale>
          <a:sx n="142" d="100"/>
          <a:sy n="142" d="100"/>
        </p:scale>
        <p:origin x="2584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1480" y="598593"/>
            <a:ext cx="4663440" cy="1273387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1921087"/>
            <a:ext cx="4114800" cy="883073"/>
          </a:xfrm>
        </p:spPr>
        <p:txBody>
          <a:bodyPr/>
          <a:lstStyle>
            <a:lvl1pPr marL="0" indent="0" algn="ctr">
              <a:buNone/>
              <a:defRPr sz="1280"/>
            </a:lvl1pPr>
            <a:lvl2pPr marL="243825" indent="0" algn="ctr">
              <a:buNone/>
              <a:defRPr sz="1067"/>
            </a:lvl2pPr>
            <a:lvl3pPr marL="487650" indent="0" algn="ctr">
              <a:buNone/>
              <a:defRPr sz="960"/>
            </a:lvl3pPr>
            <a:lvl4pPr marL="731474" indent="0" algn="ctr">
              <a:buNone/>
              <a:defRPr sz="853"/>
            </a:lvl4pPr>
            <a:lvl5pPr marL="975299" indent="0" algn="ctr">
              <a:buNone/>
              <a:defRPr sz="853"/>
            </a:lvl5pPr>
            <a:lvl6pPr marL="1219124" indent="0" algn="ctr">
              <a:buNone/>
              <a:defRPr sz="853"/>
            </a:lvl6pPr>
            <a:lvl7pPr marL="1462949" indent="0" algn="ctr">
              <a:buNone/>
              <a:defRPr sz="853"/>
            </a:lvl7pPr>
            <a:lvl8pPr marL="1706773" indent="0" algn="ctr">
              <a:buNone/>
              <a:defRPr sz="853"/>
            </a:lvl8pPr>
            <a:lvl9pPr marL="1950598" indent="0" algn="ctr">
              <a:buNone/>
              <a:defRPr sz="85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967E6-AEBA-6243-883F-AFDAD1E47229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CC9EB-3AFA-564B-8C34-B6491A9747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621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967E6-AEBA-6243-883F-AFDAD1E47229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CC9EB-3AFA-564B-8C34-B6491A9747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776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4333" y="911861"/>
            <a:ext cx="4732020" cy="152146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4333" y="2447714"/>
            <a:ext cx="4732020" cy="800100"/>
          </a:xfrm>
        </p:spPr>
        <p:txBody>
          <a:bodyPr/>
          <a:lstStyle>
            <a:lvl1pPr marL="0" indent="0">
              <a:buNone/>
              <a:defRPr sz="1280">
                <a:solidFill>
                  <a:schemeClr val="tx1">
                    <a:tint val="82000"/>
                  </a:schemeClr>
                </a:solidFill>
              </a:defRPr>
            </a:lvl1pPr>
            <a:lvl2pPr marL="243825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2pPr>
            <a:lvl3pPr marL="48765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3pPr>
            <a:lvl4pPr marL="731474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4pPr>
            <a:lvl5pPr marL="975299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5pPr>
            <a:lvl6pPr marL="1219124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6pPr>
            <a:lvl7pPr marL="1462949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7pPr>
            <a:lvl8pPr marL="1706773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8pPr>
            <a:lvl9pPr marL="1950598" indent="0">
              <a:buNone/>
              <a:defRPr sz="85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967E6-AEBA-6243-883F-AFDAD1E47229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CC9EB-3AFA-564B-8C34-B6491A9747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688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77190" y="973666"/>
            <a:ext cx="2331720" cy="2320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77490" y="973666"/>
            <a:ext cx="2331720" cy="2320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967E6-AEBA-6243-883F-AFDAD1E47229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CC9EB-3AFA-564B-8C34-B6491A9747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0997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05" y="194734"/>
            <a:ext cx="4732020" cy="7069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7905" y="896620"/>
            <a:ext cx="2321004" cy="439420"/>
          </a:xfrm>
        </p:spPr>
        <p:txBody>
          <a:bodyPr anchor="b"/>
          <a:lstStyle>
            <a:lvl1pPr marL="0" indent="0">
              <a:buNone/>
              <a:defRPr sz="1280" b="1"/>
            </a:lvl1pPr>
            <a:lvl2pPr marL="243825" indent="0">
              <a:buNone/>
              <a:defRPr sz="1067" b="1"/>
            </a:lvl2pPr>
            <a:lvl3pPr marL="487650" indent="0">
              <a:buNone/>
              <a:defRPr sz="960" b="1"/>
            </a:lvl3pPr>
            <a:lvl4pPr marL="731474" indent="0">
              <a:buNone/>
              <a:defRPr sz="853" b="1"/>
            </a:lvl4pPr>
            <a:lvl5pPr marL="975299" indent="0">
              <a:buNone/>
              <a:defRPr sz="853" b="1"/>
            </a:lvl5pPr>
            <a:lvl6pPr marL="1219124" indent="0">
              <a:buNone/>
              <a:defRPr sz="853" b="1"/>
            </a:lvl6pPr>
            <a:lvl7pPr marL="1462949" indent="0">
              <a:buNone/>
              <a:defRPr sz="853" b="1"/>
            </a:lvl7pPr>
            <a:lvl8pPr marL="1706773" indent="0">
              <a:buNone/>
              <a:defRPr sz="853" b="1"/>
            </a:lvl8pPr>
            <a:lvl9pPr marL="1950598" indent="0">
              <a:buNone/>
              <a:defRPr sz="85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7905" y="1336040"/>
            <a:ext cx="2321004" cy="19651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777490" y="896620"/>
            <a:ext cx="2332435" cy="439420"/>
          </a:xfrm>
        </p:spPr>
        <p:txBody>
          <a:bodyPr anchor="b"/>
          <a:lstStyle>
            <a:lvl1pPr marL="0" indent="0">
              <a:buNone/>
              <a:defRPr sz="1280" b="1"/>
            </a:lvl1pPr>
            <a:lvl2pPr marL="243825" indent="0">
              <a:buNone/>
              <a:defRPr sz="1067" b="1"/>
            </a:lvl2pPr>
            <a:lvl3pPr marL="487650" indent="0">
              <a:buNone/>
              <a:defRPr sz="960" b="1"/>
            </a:lvl3pPr>
            <a:lvl4pPr marL="731474" indent="0">
              <a:buNone/>
              <a:defRPr sz="853" b="1"/>
            </a:lvl4pPr>
            <a:lvl5pPr marL="975299" indent="0">
              <a:buNone/>
              <a:defRPr sz="853" b="1"/>
            </a:lvl5pPr>
            <a:lvl6pPr marL="1219124" indent="0">
              <a:buNone/>
              <a:defRPr sz="853" b="1"/>
            </a:lvl6pPr>
            <a:lvl7pPr marL="1462949" indent="0">
              <a:buNone/>
              <a:defRPr sz="853" b="1"/>
            </a:lvl7pPr>
            <a:lvl8pPr marL="1706773" indent="0">
              <a:buNone/>
              <a:defRPr sz="853" b="1"/>
            </a:lvl8pPr>
            <a:lvl9pPr marL="1950598" indent="0">
              <a:buNone/>
              <a:defRPr sz="85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777490" y="1336040"/>
            <a:ext cx="2332435" cy="19651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967E6-AEBA-6243-883F-AFDAD1E47229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CC9EB-3AFA-564B-8C34-B6491A9747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211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967E6-AEBA-6243-883F-AFDAD1E47229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CC9EB-3AFA-564B-8C34-B6491A9747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707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967E6-AEBA-6243-883F-AFDAD1E47229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CC9EB-3AFA-564B-8C34-B6491A9747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63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05" y="243840"/>
            <a:ext cx="1769507" cy="853440"/>
          </a:xfrm>
        </p:spPr>
        <p:txBody>
          <a:bodyPr anchor="b"/>
          <a:lstStyle>
            <a:lvl1pPr>
              <a:defRPr sz="170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32435" y="526627"/>
            <a:ext cx="2777490" cy="2599267"/>
          </a:xfrm>
        </p:spPr>
        <p:txBody>
          <a:bodyPr/>
          <a:lstStyle>
            <a:lvl1pPr>
              <a:defRPr sz="1707"/>
            </a:lvl1pPr>
            <a:lvl2pPr>
              <a:defRPr sz="1493"/>
            </a:lvl2pPr>
            <a:lvl3pPr>
              <a:defRPr sz="128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7905" y="1097280"/>
            <a:ext cx="1769507" cy="2032847"/>
          </a:xfrm>
        </p:spPr>
        <p:txBody>
          <a:bodyPr/>
          <a:lstStyle>
            <a:lvl1pPr marL="0" indent="0">
              <a:buNone/>
              <a:defRPr sz="853"/>
            </a:lvl1pPr>
            <a:lvl2pPr marL="243825" indent="0">
              <a:buNone/>
              <a:defRPr sz="747"/>
            </a:lvl2pPr>
            <a:lvl3pPr marL="487650" indent="0">
              <a:buNone/>
              <a:defRPr sz="640"/>
            </a:lvl3pPr>
            <a:lvl4pPr marL="731474" indent="0">
              <a:buNone/>
              <a:defRPr sz="533"/>
            </a:lvl4pPr>
            <a:lvl5pPr marL="975299" indent="0">
              <a:buNone/>
              <a:defRPr sz="533"/>
            </a:lvl5pPr>
            <a:lvl6pPr marL="1219124" indent="0">
              <a:buNone/>
              <a:defRPr sz="533"/>
            </a:lvl6pPr>
            <a:lvl7pPr marL="1462949" indent="0">
              <a:buNone/>
              <a:defRPr sz="533"/>
            </a:lvl7pPr>
            <a:lvl8pPr marL="1706773" indent="0">
              <a:buNone/>
              <a:defRPr sz="533"/>
            </a:lvl8pPr>
            <a:lvl9pPr marL="1950598" indent="0">
              <a:buNone/>
              <a:defRPr sz="5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967E6-AEBA-6243-883F-AFDAD1E47229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CC9EB-3AFA-564B-8C34-B6491A9747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378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05" y="243840"/>
            <a:ext cx="1769507" cy="853440"/>
          </a:xfrm>
        </p:spPr>
        <p:txBody>
          <a:bodyPr anchor="b"/>
          <a:lstStyle>
            <a:lvl1pPr>
              <a:defRPr sz="170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32435" y="526627"/>
            <a:ext cx="2777490" cy="2599267"/>
          </a:xfrm>
        </p:spPr>
        <p:txBody>
          <a:bodyPr anchor="t"/>
          <a:lstStyle>
            <a:lvl1pPr marL="0" indent="0">
              <a:buNone/>
              <a:defRPr sz="1707"/>
            </a:lvl1pPr>
            <a:lvl2pPr marL="243825" indent="0">
              <a:buNone/>
              <a:defRPr sz="1493"/>
            </a:lvl2pPr>
            <a:lvl3pPr marL="487650" indent="0">
              <a:buNone/>
              <a:defRPr sz="1280"/>
            </a:lvl3pPr>
            <a:lvl4pPr marL="731474" indent="0">
              <a:buNone/>
              <a:defRPr sz="1067"/>
            </a:lvl4pPr>
            <a:lvl5pPr marL="975299" indent="0">
              <a:buNone/>
              <a:defRPr sz="1067"/>
            </a:lvl5pPr>
            <a:lvl6pPr marL="1219124" indent="0">
              <a:buNone/>
              <a:defRPr sz="1067"/>
            </a:lvl6pPr>
            <a:lvl7pPr marL="1462949" indent="0">
              <a:buNone/>
              <a:defRPr sz="1067"/>
            </a:lvl7pPr>
            <a:lvl8pPr marL="1706773" indent="0">
              <a:buNone/>
              <a:defRPr sz="1067"/>
            </a:lvl8pPr>
            <a:lvl9pPr marL="1950598" indent="0">
              <a:buNone/>
              <a:defRPr sz="10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7905" y="1097280"/>
            <a:ext cx="1769507" cy="2032847"/>
          </a:xfrm>
        </p:spPr>
        <p:txBody>
          <a:bodyPr/>
          <a:lstStyle>
            <a:lvl1pPr marL="0" indent="0">
              <a:buNone/>
              <a:defRPr sz="853"/>
            </a:lvl1pPr>
            <a:lvl2pPr marL="243825" indent="0">
              <a:buNone/>
              <a:defRPr sz="747"/>
            </a:lvl2pPr>
            <a:lvl3pPr marL="487650" indent="0">
              <a:buNone/>
              <a:defRPr sz="640"/>
            </a:lvl3pPr>
            <a:lvl4pPr marL="731474" indent="0">
              <a:buNone/>
              <a:defRPr sz="533"/>
            </a:lvl4pPr>
            <a:lvl5pPr marL="975299" indent="0">
              <a:buNone/>
              <a:defRPr sz="533"/>
            </a:lvl5pPr>
            <a:lvl6pPr marL="1219124" indent="0">
              <a:buNone/>
              <a:defRPr sz="533"/>
            </a:lvl6pPr>
            <a:lvl7pPr marL="1462949" indent="0">
              <a:buNone/>
              <a:defRPr sz="533"/>
            </a:lvl7pPr>
            <a:lvl8pPr marL="1706773" indent="0">
              <a:buNone/>
              <a:defRPr sz="533"/>
            </a:lvl8pPr>
            <a:lvl9pPr marL="1950598" indent="0">
              <a:buNone/>
              <a:defRPr sz="5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967E6-AEBA-6243-883F-AFDAD1E47229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CC9EB-3AFA-564B-8C34-B6491A9747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9187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967E6-AEBA-6243-883F-AFDAD1E47229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CC9EB-3AFA-564B-8C34-B6491A9747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9830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926205" y="194733"/>
            <a:ext cx="1183005" cy="309964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77190" y="194733"/>
            <a:ext cx="3480435" cy="309964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967E6-AEBA-6243-883F-AFDAD1E47229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CC9EB-3AFA-564B-8C34-B6491A9747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164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7190" y="194734"/>
            <a:ext cx="4732020" cy="7069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7190" y="973666"/>
            <a:ext cx="4732020" cy="2320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7190" y="3390054"/>
            <a:ext cx="1234440" cy="1947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7967E6-AEBA-6243-883F-AFDAD1E47229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817370" y="3390054"/>
            <a:ext cx="1851660" cy="1947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874770" y="3390054"/>
            <a:ext cx="1234440" cy="1947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BCC9EB-3AFA-564B-8C34-B6491A9747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1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487650" rtl="0" eaLnBrk="1" latinLnBrk="0" hangingPunct="1">
        <a:lnSpc>
          <a:spcPct val="90000"/>
        </a:lnSpc>
        <a:spcBef>
          <a:spcPct val="0"/>
        </a:spcBef>
        <a:buNone/>
        <a:defRPr sz="234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1912" indent="-121912" algn="l" defTabSz="48765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493" kern="1200">
          <a:solidFill>
            <a:schemeClr val="tx1"/>
          </a:solidFill>
          <a:latin typeface="+mn-lt"/>
          <a:ea typeface="+mn-ea"/>
          <a:cs typeface="+mn-cs"/>
        </a:defRPr>
      </a:lvl1pPr>
      <a:lvl2pPr marL="365737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1280" kern="1200">
          <a:solidFill>
            <a:schemeClr val="tx1"/>
          </a:solidFill>
          <a:latin typeface="+mn-lt"/>
          <a:ea typeface="+mn-ea"/>
          <a:cs typeface="+mn-cs"/>
        </a:defRPr>
      </a:lvl2pPr>
      <a:lvl3pPr marL="609562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1067" kern="1200">
          <a:solidFill>
            <a:schemeClr val="tx1"/>
          </a:solidFill>
          <a:latin typeface="+mn-lt"/>
          <a:ea typeface="+mn-ea"/>
          <a:cs typeface="+mn-cs"/>
        </a:defRPr>
      </a:lvl3pPr>
      <a:lvl4pPr marL="853387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11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5pPr>
      <a:lvl6pPr marL="1341036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6pPr>
      <a:lvl7pPr marL="1584861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7pPr>
      <a:lvl8pPr marL="1828686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8pPr>
      <a:lvl9pPr marL="2072510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1pPr>
      <a:lvl2pPr marL="243825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2pPr>
      <a:lvl3pPr marL="487650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3pPr>
      <a:lvl4pPr marL="731474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4pPr>
      <a:lvl5pPr marL="975299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5pPr>
      <a:lvl6pPr marL="1219124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6pPr>
      <a:lvl7pPr marL="1462949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7pPr>
      <a:lvl8pPr marL="1706773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8pPr>
      <a:lvl9pPr marL="1950598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Oval 57">
            <a:extLst>
              <a:ext uri="{FF2B5EF4-FFF2-40B4-BE49-F238E27FC236}">
                <a16:creationId xmlns:a16="http://schemas.microsoft.com/office/drawing/2014/main" id="{E24F577F-D50A-3C95-DA7C-074494F6A5E3}"/>
              </a:ext>
            </a:extLst>
          </p:cNvPr>
          <p:cNvSpPr/>
          <p:nvPr/>
        </p:nvSpPr>
        <p:spPr>
          <a:xfrm>
            <a:off x="1831274" y="1378121"/>
            <a:ext cx="157656" cy="184420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3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23175A-19CD-7D32-CD1B-66B777E0CE6D}"/>
              </a:ext>
            </a:extLst>
          </p:cNvPr>
          <p:cNvSpPr/>
          <p:nvPr/>
        </p:nvSpPr>
        <p:spPr>
          <a:xfrm>
            <a:off x="2604087" y="702006"/>
            <a:ext cx="217844" cy="21784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26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02D6F0-5E34-D0E3-41ED-29D4EDC3913F}"/>
              </a:ext>
            </a:extLst>
          </p:cNvPr>
          <p:cNvSpPr/>
          <p:nvPr/>
        </p:nvSpPr>
        <p:spPr>
          <a:xfrm>
            <a:off x="2604087" y="1023353"/>
            <a:ext cx="217844" cy="21784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26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DAE42F-11D4-D9CB-01A7-F6F590A68012}"/>
              </a:ext>
            </a:extLst>
          </p:cNvPr>
          <p:cNvSpPr/>
          <p:nvPr/>
        </p:nvSpPr>
        <p:spPr>
          <a:xfrm>
            <a:off x="2604087" y="1344698"/>
            <a:ext cx="217844" cy="217844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26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C8614B-75BF-6C77-24E7-81248014180F}"/>
              </a:ext>
            </a:extLst>
          </p:cNvPr>
          <p:cNvSpPr/>
          <p:nvPr/>
        </p:nvSpPr>
        <p:spPr>
          <a:xfrm>
            <a:off x="2604087" y="1666045"/>
            <a:ext cx="217844" cy="21784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26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5FB888-12C9-39BD-FD26-DBA614554194}"/>
              </a:ext>
            </a:extLst>
          </p:cNvPr>
          <p:cNvSpPr/>
          <p:nvPr/>
        </p:nvSpPr>
        <p:spPr>
          <a:xfrm>
            <a:off x="2604087" y="1987390"/>
            <a:ext cx="217844" cy="21784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26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799829-6257-07EB-3FF3-9D81AC3B6665}"/>
              </a:ext>
            </a:extLst>
          </p:cNvPr>
          <p:cNvSpPr/>
          <p:nvPr/>
        </p:nvSpPr>
        <p:spPr>
          <a:xfrm>
            <a:off x="2604087" y="2732246"/>
            <a:ext cx="217844" cy="21784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26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96C0B6-CF44-E46C-60D4-EE9610FA4CFE}"/>
              </a:ext>
            </a:extLst>
          </p:cNvPr>
          <p:cNvSpPr/>
          <p:nvPr/>
        </p:nvSpPr>
        <p:spPr>
          <a:xfrm>
            <a:off x="2951558" y="702005"/>
            <a:ext cx="1584448" cy="21784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26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2D9134-65FD-689B-FC87-ABAA879EA738}"/>
              </a:ext>
            </a:extLst>
          </p:cNvPr>
          <p:cNvSpPr/>
          <p:nvPr/>
        </p:nvSpPr>
        <p:spPr>
          <a:xfrm>
            <a:off x="2951556" y="1023353"/>
            <a:ext cx="1584448" cy="21784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2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3B63C2-88B0-8E32-2129-97DC63094E25}"/>
              </a:ext>
            </a:extLst>
          </p:cNvPr>
          <p:cNvSpPr/>
          <p:nvPr/>
        </p:nvSpPr>
        <p:spPr>
          <a:xfrm>
            <a:off x="2951558" y="1344698"/>
            <a:ext cx="1103736" cy="217844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26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F1172BD-B710-CF49-8203-82700585A92C}"/>
              </a:ext>
            </a:extLst>
          </p:cNvPr>
          <p:cNvSpPr/>
          <p:nvPr/>
        </p:nvSpPr>
        <p:spPr>
          <a:xfrm>
            <a:off x="2951557" y="1666045"/>
            <a:ext cx="852930" cy="21784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26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81ED61-3EE4-F491-1288-0C91243776AB}"/>
              </a:ext>
            </a:extLst>
          </p:cNvPr>
          <p:cNvSpPr/>
          <p:nvPr/>
        </p:nvSpPr>
        <p:spPr>
          <a:xfrm>
            <a:off x="2951556" y="1987390"/>
            <a:ext cx="518520" cy="21784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2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43CF0DC-9A9E-F6BD-5A6D-DF2B77F72F7E}"/>
              </a:ext>
            </a:extLst>
          </p:cNvPr>
          <p:cNvSpPr/>
          <p:nvPr/>
        </p:nvSpPr>
        <p:spPr>
          <a:xfrm>
            <a:off x="2951556" y="2732246"/>
            <a:ext cx="319964" cy="21784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726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9506967-C68D-D323-1F1D-1E28C7934F5E}"/>
                  </a:ext>
                </a:extLst>
              </p:cNvPr>
              <p:cNvSpPr txBox="1"/>
              <p:nvPr/>
            </p:nvSpPr>
            <p:spPr>
              <a:xfrm>
                <a:off x="106577" y="806678"/>
                <a:ext cx="2046514" cy="2660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zpl</m:t>
                      </m:r>
                      <m:d>
                        <m:dPr>
                          <m:ctrlP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𝒽</m:t>
                          </m:r>
                          <m:d>
                            <m:dPr>
                              <m:ctrlPr>
                                <a:rPr lang="en-US" sz="1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000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z</m:t>
                              </m:r>
                            </m:e>
                          </m:d>
                        </m:e>
                      </m:d>
                      <m:r>
                        <a:rPr lang="en-US" sz="1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9506967-C68D-D323-1F1D-1E28C7934F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77" y="806678"/>
                <a:ext cx="2046514" cy="266035"/>
              </a:xfrm>
              <a:prstGeom prst="rect">
                <a:avLst/>
              </a:prstGeom>
              <a:blipFill>
                <a:blip r:embed="rId2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E165D48-DCAA-1E11-926B-BD8A13313C6B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 flipV="1">
            <a:off x="2821929" y="810927"/>
            <a:ext cx="129630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610FC18-706F-7EB1-6AE1-CE6CA3516C0D}"/>
              </a:ext>
            </a:extLst>
          </p:cNvPr>
          <p:cNvCxnSpPr>
            <a:cxnSpLocks/>
          </p:cNvCxnSpPr>
          <p:nvPr/>
        </p:nvCxnSpPr>
        <p:spPr>
          <a:xfrm flipV="1">
            <a:off x="2821929" y="1132274"/>
            <a:ext cx="129630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9A12EF1-F6E0-07B6-B3F5-4867795DEFDF}"/>
              </a:ext>
            </a:extLst>
          </p:cNvPr>
          <p:cNvCxnSpPr>
            <a:cxnSpLocks/>
          </p:cNvCxnSpPr>
          <p:nvPr/>
        </p:nvCxnSpPr>
        <p:spPr>
          <a:xfrm flipV="1">
            <a:off x="2821929" y="1453622"/>
            <a:ext cx="129630" cy="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1812C66-30BB-9553-BAE2-58FAAFD024F9}"/>
              </a:ext>
            </a:extLst>
          </p:cNvPr>
          <p:cNvCxnSpPr>
            <a:cxnSpLocks/>
          </p:cNvCxnSpPr>
          <p:nvPr/>
        </p:nvCxnSpPr>
        <p:spPr>
          <a:xfrm flipV="1">
            <a:off x="2821929" y="1774966"/>
            <a:ext cx="129630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2C9270-2277-895F-829F-DF13D0E225C2}"/>
              </a:ext>
            </a:extLst>
          </p:cNvPr>
          <p:cNvCxnSpPr>
            <a:cxnSpLocks/>
          </p:cNvCxnSpPr>
          <p:nvPr/>
        </p:nvCxnSpPr>
        <p:spPr>
          <a:xfrm flipV="1">
            <a:off x="2821929" y="2096311"/>
            <a:ext cx="129630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0D4EF4D-AFDE-118C-D242-AC0DFA2EBA0A}"/>
              </a:ext>
            </a:extLst>
          </p:cNvPr>
          <p:cNvCxnSpPr>
            <a:cxnSpLocks/>
          </p:cNvCxnSpPr>
          <p:nvPr/>
        </p:nvCxnSpPr>
        <p:spPr>
          <a:xfrm flipV="1">
            <a:off x="2821929" y="2841170"/>
            <a:ext cx="129630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CD9FBA2-E5B7-A203-DB49-E917710BC8AA}"/>
                  </a:ext>
                </a:extLst>
              </p:cNvPr>
              <p:cNvSpPr txBox="1"/>
              <p:nvPr/>
            </p:nvSpPr>
            <p:spPr>
              <a:xfrm>
                <a:off x="2521220" y="691563"/>
                <a:ext cx="383570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e>
                        <m:sub>
                          <m: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00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CD9FBA2-E5B7-A203-DB49-E917710BC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1220" y="691563"/>
                <a:ext cx="383570" cy="2462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9E3CC14-69D9-1CBE-248D-25A88364B30A}"/>
                  </a:ext>
                </a:extLst>
              </p:cNvPr>
              <p:cNvSpPr txBox="1"/>
              <p:nvPr/>
            </p:nvSpPr>
            <p:spPr>
              <a:xfrm>
                <a:off x="2521221" y="1012911"/>
                <a:ext cx="383570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e>
                        <m:sub>
                          <m: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00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9E3CC14-69D9-1CBE-248D-25A88364B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1221" y="1012911"/>
                <a:ext cx="383570" cy="24622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F81F30A-EA47-D9E9-0C2E-BAEF6261449F}"/>
                  </a:ext>
                </a:extLst>
              </p:cNvPr>
              <p:cNvSpPr txBox="1"/>
              <p:nvPr/>
            </p:nvSpPr>
            <p:spPr>
              <a:xfrm>
                <a:off x="2521221" y="1334255"/>
                <a:ext cx="383570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e>
                        <m:sub>
                          <m: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100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F81F30A-EA47-D9E9-0C2E-BAEF62614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1221" y="1334255"/>
                <a:ext cx="383570" cy="2462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2CACC63-C2C7-A877-C0FE-AC81F1FF4D40}"/>
                  </a:ext>
                </a:extLst>
              </p:cNvPr>
              <p:cNvSpPr txBox="1"/>
              <p:nvPr/>
            </p:nvSpPr>
            <p:spPr>
              <a:xfrm>
                <a:off x="2521221" y="1655599"/>
                <a:ext cx="383570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e>
                        <m:sub>
                          <m: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100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2CACC63-C2C7-A877-C0FE-AC81F1FF4D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1221" y="1655599"/>
                <a:ext cx="383570" cy="2462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8BFA164-46E7-00FB-7CDF-CCD4AA85E500}"/>
                  </a:ext>
                </a:extLst>
              </p:cNvPr>
              <p:cNvSpPr txBox="1"/>
              <p:nvPr/>
            </p:nvSpPr>
            <p:spPr>
              <a:xfrm>
                <a:off x="2521221" y="1973207"/>
                <a:ext cx="383570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e>
                        <m:sub>
                          <m: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100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8BFA164-46E7-00FB-7CDF-CCD4AA85E5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1221" y="1973207"/>
                <a:ext cx="383570" cy="24622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FF321F9-9DA1-2250-5A92-0711572D31DA}"/>
                  </a:ext>
                </a:extLst>
              </p:cNvPr>
              <p:cNvSpPr txBox="1"/>
              <p:nvPr/>
            </p:nvSpPr>
            <p:spPr>
              <a:xfrm>
                <a:off x="2521220" y="2714319"/>
                <a:ext cx="383570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e>
                        <m:sub>
                          <m: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</m:oMath>
                  </m:oMathPara>
                </a14:m>
                <a:endParaRPr lang="en-US" sz="100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FF321F9-9DA1-2250-5A92-0711572D31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1220" y="2714319"/>
                <a:ext cx="383570" cy="24622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BAEA2AD4-F887-D8EF-0EF2-A2CD1953FF5D}"/>
              </a:ext>
            </a:extLst>
          </p:cNvPr>
          <p:cNvGrpSpPr/>
          <p:nvPr/>
        </p:nvGrpSpPr>
        <p:grpSpPr>
          <a:xfrm>
            <a:off x="1721735" y="702011"/>
            <a:ext cx="383574" cy="2268973"/>
            <a:chOff x="3126333" y="1001234"/>
            <a:chExt cx="383574" cy="226897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6ABBC43F-E00E-3DF2-CAD2-7274DB50BF5E}"/>
                    </a:ext>
                  </a:extLst>
                </p:cNvPr>
                <p:cNvSpPr txBox="1"/>
                <p:nvPr/>
              </p:nvSpPr>
              <p:spPr>
                <a:xfrm>
                  <a:off x="3126337" y="1001234"/>
                  <a:ext cx="383570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1000" dirty="0"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6ABBC43F-E00E-3DF2-CAD2-7274DB50BF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6337" y="1001234"/>
                  <a:ext cx="383570" cy="24622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32FB317-E897-103B-49CB-14E633AC424A}"/>
                    </a:ext>
                  </a:extLst>
                </p:cNvPr>
                <p:cNvSpPr txBox="1"/>
                <p:nvPr/>
              </p:nvSpPr>
              <p:spPr>
                <a:xfrm>
                  <a:off x="3126335" y="1322578"/>
                  <a:ext cx="383570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1000" dirty="0"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32FB317-E897-103B-49CB-14E633AC42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6335" y="1322578"/>
                  <a:ext cx="383570" cy="24622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DBA77259-E729-C2C4-02AF-17AFEE86D417}"/>
                    </a:ext>
                  </a:extLst>
                </p:cNvPr>
                <p:cNvSpPr txBox="1"/>
                <p:nvPr/>
              </p:nvSpPr>
              <p:spPr>
                <a:xfrm>
                  <a:off x="3126335" y="1643922"/>
                  <a:ext cx="383570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sz="1000" dirty="0"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DBA77259-E729-C2C4-02AF-17AFEE86D4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6335" y="1643922"/>
                  <a:ext cx="383570" cy="24622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7D26C9E-7E94-7270-5BFF-5B7601ED60D2}"/>
                    </a:ext>
                  </a:extLst>
                </p:cNvPr>
                <p:cNvSpPr txBox="1"/>
                <p:nvPr/>
              </p:nvSpPr>
              <p:spPr>
                <a:xfrm>
                  <a:off x="3126335" y="1965266"/>
                  <a:ext cx="383570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1000" dirty="0"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7D26C9E-7E94-7270-5BFF-5B7601ED60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6335" y="1965266"/>
                  <a:ext cx="383570" cy="24622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4BD82B2A-4509-7AA2-11EE-4C19871B47F1}"/>
                    </a:ext>
                  </a:extLst>
                </p:cNvPr>
                <p:cNvSpPr txBox="1"/>
                <p:nvPr/>
              </p:nvSpPr>
              <p:spPr>
                <a:xfrm>
                  <a:off x="3126335" y="2282873"/>
                  <a:ext cx="383570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sz="1000" dirty="0"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4BD82B2A-4509-7AA2-11EE-4C19871B47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6335" y="2282873"/>
                  <a:ext cx="383570" cy="24622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280C01A5-4EC6-F0AC-03BB-0E30E48AF17B}"/>
                    </a:ext>
                  </a:extLst>
                </p:cNvPr>
                <p:cNvSpPr txBox="1"/>
                <p:nvPr/>
              </p:nvSpPr>
              <p:spPr>
                <a:xfrm>
                  <a:off x="3126333" y="3023985"/>
                  <a:ext cx="383570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sz="1000" dirty="0"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280C01A5-4EC6-F0AC-03BB-0E30E48AF1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6333" y="3023985"/>
                  <a:ext cx="383570" cy="24622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1A64C84-571D-4FE9-3B30-8ED701B1090D}"/>
                </a:ext>
              </a:extLst>
            </p:cNvPr>
            <p:cNvSpPr/>
            <p:nvPr/>
          </p:nvSpPr>
          <p:spPr>
            <a:xfrm>
              <a:off x="3235873" y="1011678"/>
              <a:ext cx="157656" cy="224808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3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CF0198FB-1A8A-B828-228D-AA4C26FD72A6}"/>
                    </a:ext>
                  </a:extLst>
                </p:cNvPr>
                <p:cNvSpPr txBox="1"/>
                <p:nvPr/>
              </p:nvSpPr>
              <p:spPr>
                <a:xfrm rot="5400000">
                  <a:off x="3159317" y="2620088"/>
                  <a:ext cx="383570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 . .</m:t>
                        </m:r>
                      </m:oMath>
                    </m:oMathPara>
                  </a14:m>
                  <a:endParaRPr lang="en-US" sz="1000" dirty="0"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CF0198FB-1A8A-B828-228D-AA4C26FD72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59317" y="2620088"/>
                  <a:ext cx="383570" cy="24622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CC0DE1F-FD46-A551-6F97-A32EBC422C68}"/>
                  </a:ext>
                </a:extLst>
              </p:cNvPr>
              <p:cNvSpPr txBox="1"/>
              <p:nvPr/>
            </p:nvSpPr>
            <p:spPr>
              <a:xfrm rot="5400000">
                <a:off x="2713004" y="2353931"/>
                <a:ext cx="383570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en-US" sz="100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CC0DE1F-FD46-A551-6F97-A32EBC422C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2713004" y="2353931"/>
                <a:ext cx="383570" cy="2462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226E716-227B-472E-ADAC-DDC9C7D75417}"/>
                  </a:ext>
                </a:extLst>
              </p:cNvPr>
              <p:cNvSpPr txBox="1"/>
              <p:nvPr/>
            </p:nvSpPr>
            <p:spPr>
              <a:xfrm>
                <a:off x="-62086" y="1532485"/>
                <a:ext cx="56950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/>
                  <a:t>item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dirty="0">
                        <a:latin typeface="Cambria Math" panose="02040503050406030204" pitchFamily="18" charset="0"/>
                      </a:rPr>
                      <m:t>z</m:t>
                    </m:r>
                  </m:oMath>
                </a14:m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226E716-227B-472E-ADAC-DDC9C7D75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2086" y="1532485"/>
                <a:ext cx="569504" cy="246221"/>
              </a:xfrm>
              <a:prstGeom prst="rect">
                <a:avLst/>
              </a:prstGeom>
              <a:blipFill>
                <a:blip r:embed="rId14"/>
                <a:stretch>
                  <a:fillRect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6542D6-1504-3234-65A0-532BF8ACF237}"/>
              </a:ext>
            </a:extLst>
          </p:cNvPr>
          <p:cNvCxnSpPr>
            <a:cxnSpLocks/>
            <a:stCxn id="48" idx="3"/>
          </p:cNvCxnSpPr>
          <p:nvPr/>
        </p:nvCxnSpPr>
        <p:spPr>
          <a:xfrm flipV="1">
            <a:off x="507418" y="1655595"/>
            <a:ext cx="1213284" cy="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676D7A3-D92F-EF43-A640-B0D93DB28E71}"/>
                  </a:ext>
                </a:extLst>
              </p:cNvPr>
              <p:cNvSpPr txBox="1"/>
              <p:nvPr/>
            </p:nvSpPr>
            <p:spPr>
              <a:xfrm>
                <a:off x="548047" y="1419819"/>
                <a:ext cx="1132026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/>
                  <a:t>Hash function </a:t>
                </a:r>
                <a14:m>
                  <m:oMath xmlns:m="http://schemas.openxmlformats.org/officeDocument/2006/math">
                    <m:r>
                      <a:rPr lang="en-US" sz="1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𝒽</m:t>
                    </m:r>
                  </m:oMath>
                </a14:m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676D7A3-D92F-EF43-A640-B0D93DB28E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47" y="1419819"/>
                <a:ext cx="1132026" cy="246221"/>
              </a:xfrm>
              <a:prstGeom prst="rect">
                <a:avLst/>
              </a:prstGeom>
              <a:blipFill>
                <a:blip r:embed="rId15"/>
                <a:stretch>
                  <a:fillRect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Left Brace 52">
            <a:extLst>
              <a:ext uri="{FF2B5EF4-FFF2-40B4-BE49-F238E27FC236}">
                <a16:creationId xmlns:a16="http://schemas.microsoft.com/office/drawing/2014/main" id="{7E644FB9-13F3-0762-8C20-E4386CA6B708}"/>
              </a:ext>
            </a:extLst>
          </p:cNvPr>
          <p:cNvSpPr/>
          <p:nvPr/>
        </p:nvSpPr>
        <p:spPr>
          <a:xfrm>
            <a:off x="1579300" y="715090"/>
            <a:ext cx="157656" cy="468912"/>
          </a:xfrm>
          <a:prstGeom prst="leftBrace">
            <a:avLst>
              <a:gd name="adj1" fmla="val 29786"/>
              <a:gd name="adj2" fmla="val 50000"/>
            </a:avLst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030"/>
          </a:p>
        </p:txBody>
      </p:sp>
      <p:sp>
        <p:nvSpPr>
          <p:cNvPr id="54" name="Left Brace 53">
            <a:extLst>
              <a:ext uri="{FF2B5EF4-FFF2-40B4-BE49-F238E27FC236}">
                <a16:creationId xmlns:a16="http://schemas.microsoft.com/office/drawing/2014/main" id="{F4A958C5-FBCE-87A4-5D88-BC3EEB37641D}"/>
              </a:ext>
            </a:extLst>
          </p:cNvPr>
          <p:cNvSpPr/>
          <p:nvPr/>
        </p:nvSpPr>
        <p:spPr>
          <a:xfrm rot="16200000">
            <a:off x="1851122" y="2869584"/>
            <a:ext cx="157656" cy="468912"/>
          </a:xfrm>
          <a:prstGeom prst="leftBrace">
            <a:avLst>
              <a:gd name="adj1" fmla="val 29786"/>
              <a:gd name="adj2" fmla="val 50000"/>
            </a:avLst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03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B523A0F-7507-F31A-81D1-3DC0C7442CFC}"/>
                  </a:ext>
                </a:extLst>
              </p:cNvPr>
              <p:cNvSpPr txBox="1"/>
              <p:nvPr/>
            </p:nvSpPr>
            <p:spPr>
              <a:xfrm>
                <a:off x="1281078" y="3214918"/>
                <a:ext cx="127959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𝒽</m:t>
                      </m:r>
                      <m:d>
                        <m:dPr>
                          <m:ctrlPr>
                            <a:rPr lang="en-US" sz="1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00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z</m:t>
                          </m:r>
                        </m:e>
                      </m:d>
                      <m:r>
                        <a:rPr lang="en-US" sz="1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=00101…1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B523A0F-7507-F31A-81D1-3DC0C7442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078" y="3214918"/>
                <a:ext cx="1279592" cy="246221"/>
              </a:xfrm>
              <a:prstGeom prst="rect">
                <a:avLst/>
              </a:prstGeom>
              <a:blipFill>
                <a:blip r:embed="rId1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5593F9B-3D49-A234-88A0-B0C1C80A5392}"/>
                  </a:ext>
                </a:extLst>
              </p:cNvPr>
              <p:cNvSpPr txBox="1"/>
              <p:nvPr/>
            </p:nvSpPr>
            <p:spPr>
              <a:xfrm>
                <a:off x="1281078" y="3383635"/>
                <a:ext cx="127959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/>
                  <a:t>Number of bits = </a:t>
                </a:r>
                <a14:m>
                  <m:oMath xmlns:m="http://schemas.openxmlformats.org/officeDocument/2006/math">
                    <m:r>
                      <a:rPr lang="en-US" sz="1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</m:t>
                    </m:r>
                  </m:oMath>
                </a14:m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5593F9B-3D49-A234-88A0-B0C1C80A53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078" y="3383635"/>
                <a:ext cx="1279592" cy="246221"/>
              </a:xfrm>
              <a:prstGeom prst="rect">
                <a:avLst/>
              </a:prstGeom>
              <a:blipFill>
                <a:blip r:embed="rId17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EE2BD6E9-BB01-6193-F0D9-F4D2E3D98E7F}"/>
              </a:ext>
            </a:extLst>
          </p:cNvPr>
          <p:cNvCxnSpPr>
            <a:cxnSpLocks/>
          </p:cNvCxnSpPr>
          <p:nvPr/>
        </p:nvCxnSpPr>
        <p:spPr>
          <a:xfrm flipV="1">
            <a:off x="2083941" y="1467803"/>
            <a:ext cx="455366" cy="2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1FE5A3B-A022-F583-0B1F-B7805F995302}"/>
                  </a:ext>
                </a:extLst>
              </p:cNvPr>
              <p:cNvSpPr txBox="1"/>
              <p:nvPr/>
            </p:nvSpPr>
            <p:spPr>
              <a:xfrm>
                <a:off x="1650882" y="1260760"/>
                <a:ext cx="127959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>
                    <a:solidFill>
                      <a:srgbClr val="00B050"/>
                    </a:solidFill>
                  </a:rPr>
                  <a:t>I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nsert</m:t>
                    </m:r>
                    <m:r>
                      <a:rPr lang="en-US" sz="1000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000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000" dirty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here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11FE5A3B-A022-F583-0B1F-B7805F9953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0882" y="1260760"/>
                <a:ext cx="1279592" cy="400110"/>
              </a:xfrm>
              <a:prstGeom prst="rect">
                <a:avLst/>
              </a:prstGeom>
              <a:blipFill>
                <a:blip r:embed="rId18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Right Brace 65">
            <a:extLst>
              <a:ext uri="{FF2B5EF4-FFF2-40B4-BE49-F238E27FC236}">
                <a16:creationId xmlns:a16="http://schemas.microsoft.com/office/drawing/2014/main" id="{C3E86C3F-3FB8-4359-D045-146D28F3AF7C}"/>
              </a:ext>
            </a:extLst>
          </p:cNvPr>
          <p:cNvSpPr/>
          <p:nvPr/>
        </p:nvSpPr>
        <p:spPr>
          <a:xfrm>
            <a:off x="4582772" y="712449"/>
            <a:ext cx="246220" cy="2258530"/>
          </a:xfrm>
          <a:prstGeom prst="rightBrace">
            <a:avLst>
              <a:gd name="adj1" fmla="val 36654"/>
              <a:gd name="adj2" fmla="val 50000"/>
            </a:avLst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03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9D0413EF-09D6-9B35-BB92-18C3A442F5DF}"/>
                  </a:ext>
                </a:extLst>
              </p:cNvPr>
              <p:cNvSpPr txBox="1"/>
              <p:nvPr/>
            </p:nvSpPr>
            <p:spPr>
              <a:xfrm>
                <a:off x="4577254" y="1656558"/>
                <a:ext cx="116945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/>
                  <a:t>Number of </a:t>
                </a:r>
              </a:p>
              <a:p>
                <a:pPr algn="ctr"/>
                <a:r>
                  <a:rPr lang="en-US" sz="1000" dirty="0"/>
                  <a:t>buckets = </a:t>
                </a:r>
                <a14:m>
                  <m:oMath xmlns:m="http://schemas.openxmlformats.org/officeDocument/2006/math">
                    <m:r>
                      <a:rPr lang="en-US" sz="1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</m:t>
                    </m:r>
                  </m:oMath>
                </a14:m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9D0413EF-09D6-9B35-BB92-18C3A442F5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7254" y="1656558"/>
                <a:ext cx="1169450" cy="400110"/>
              </a:xfrm>
              <a:prstGeom prst="rect">
                <a:avLst/>
              </a:prstGeom>
              <a:blipFill>
                <a:blip r:embed="rId19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Right Brace 67">
            <a:extLst>
              <a:ext uri="{FF2B5EF4-FFF2-40B4-BE49-F238E27FC236}">
                <a16:creationId xmlns:a16="http://schemas.microsoft.com/office/drawing/2014/main" id="{835C0385-67BF-7E28-E02D-F5CDDB56C40D}"/>
              </a:ext>
            </a:extLst>
          </p:cNvPr>
          <p:cNvSpPr/>
          <p:nvPr/>
        </p:nvSpPr>
        <p:spPr>
          <a:xfrm rot="16200000">
            <a:off x="3637194" y="-265549"/>
            <a:ext cx="213172" cy="1584450"/>
          </a:xfrm>
          <a:prstGeom prst="rightBrace">
            <a:avLst>
              <a:gd name="adj1" fmla="val 54088"/>
              <a:gd name="adj2" fmla="val 50000"/>
            </a:avLst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03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6A7BFCFB-8A6B-14E2-166C-A6266AE9B65A}"/>
                  </a:ext>
                </a:extLst>
              </p:cNvPr>
              <p:cNvSpPr txBox="1"/>
              <p:nvPr/>
            </p:nvSpPr>
            <p:spPr>
              <a:xfrm>
                <a:off x="3091792" y="43085"/>
                <a:ext cx="127959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/>
                  <a:t>Maximum capacity of buckets =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dirty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</a:p>
            </p:txBody>
          </p:sp>
        </mc:Choice>
        <mc:Fallback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6A7BFCFB-8A6B-14E2-166C-A6266AE9B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1792" y="43085"/>
                <a:ext cx="1279592" cy="400110"/>
              </a:xfrm>
              <a:prstGeom prst="rect">
                <a:avLst/>
              </a:prstGeom>
              <a:blipFill>
                <a:blip r:embed="rId20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7881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</TotalTime>
  <Words>49</Words>
  <Application>Microsoft Macintosh PowerPoint</Application>
  <PresentationFormat>Custom</PresentationFormat>
  <Paragraphs>24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Rahman Hera, Mahmudur</dc:creator>
  <cp:lastModifiedBy>Rahman Hera, Mahmudur</cp:lastModifiedBy>
  <cp:revision>2</cp:revision>
  <dcterms:created xsi:type="dcterms:W3CDTF">2025-11-15T11:19:22Z</dcterms:created>
  <dcterms:modified xsi:type="dcterms:W3CDTF">2025-11-15T12:50:52Z</dcterms:modified>
</cp:coreProperties>
</file>